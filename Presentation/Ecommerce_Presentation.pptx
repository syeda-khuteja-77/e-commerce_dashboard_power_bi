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4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39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5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9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9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33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3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5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2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93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63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78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95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47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21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23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164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E‑Commerce Sales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by: Syeda Khuteja (Data Analyst)</a:t>
            </a:r>
          </a:p>
          <a:p>
            <a:r>
              <a:rPr dirty="0"/>
              <a:t>Email: </a:t>
            </a:r>
            <a:r>
              <a:rPr lang="en-US" dirty="0"/>
              <a:t>syedakhuteja77@gmail.com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sales, profit, customer behavior, and category performance.</a:t>
            </a:r>
          </a:p>
          <a:p>
            <a:r>
              <a:t>• Identify trends across states, customers, and payment modes.</a:t>
            </a:r>
          </a:p>
          <a:p>
            <a:r>
              <a:t>• Provide action-oriented insights for improving profitability.</a:t>
            </a:r>
          </a:p>
          <a:p>
            <a:r>
              <a:t>• Support stakeholders in making data-driven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E-Commer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25" y="852489"/>
            <a:ext cx="8625550" cy="49305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 Amount: 438K</a:t>
            </a:r>
          </a:p>
          <a:p>
            <a:r>
              <a:t>• Total Quantity Sold: 5615 units</a:t>
            </a:r>
          </a:p>
          <a:p>
            <a:r>
              <a:t>• Total Profit: 37K</a:t>
            </a:r>
          </a:p>
          <a:p>
            <a:r>
              <a:t>• Average Order Value (AOV): 121K</a:t>
            </a:r>
          </a:p>
          <a:p>
            <a:endParaRPr/>
          </a:p>
          <a:p>
            <a:r>
              <a:t>These KPIs highlight strong overall business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State &amp; Customer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Maharashtra and Madhya Pradesh contribute the highest sales.</a:t>
            </a:r>
          </a:p>
          <a:p>
            <a:r>
              <a:t>• Delhi shows lower sales volume — an opportunity for targeted marketing.</a:t>
            </a:r>
          </a:p>
          <a:p>
            <a:r>
              <a:t>• Top customers (Harikrash, Madhav) drive a significant share of revenue.</a:t>
            </a:r>
          </a:p>
          <a:p>
            <a:r>
              <a:t>• Long-tail customers have low engagement, indicating potential for loyalty programs.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Category &amp; Sub‑Category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Clothing contributes 63% of quantities sold, making it the top-performing category.</a:t>
            </a:r>
          </a:p>
          <a:p>
            <a:r>
              <a:t>• Electronics &amp; Furniture show smaller but stable demand.</a:t>
            </a:r>
          </a:p>
          <a:p>
            <a:r>
              <a:t>• Printers and Bookcases have high sub‑category sales — consider expanding stock.</a:t>
            </a:r>
          </a:p>
          <a:p>
            <a:r>
              <a:t>• Accessories and Tables show lower performance; pricing evaluation may be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Payment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COD accounts for 44% of the transactions.</a:t>
            </a:r>
          </a:p>
          <a:p>
            <a:r>
              <a:t>• UPI is the second-most preferred mode at 21%.</a:t>
            </a:r>
          </a:p>
          <a:p>
            <a:r>
              <a:t>• High COD usage increases return risks—digital payment incentives could improve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Profit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months show positive profit, with a strong spike in December.</a:t>
            </a:r>
          </a:p>
          <a:p>
            <a:r>
              <a:t>• April and August appear to generate losses.</a:t>
            </a:r>
          </a:p>
          <a:p>
            <a:r>
              <a:t>• Low-profit months need review of pricing, promotions, and inventory strategies.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Increase marketing focus in low-performing regions like Delhi.</a:t>
            </a:r>
          </a:p>
          <a:p>
            <a:r>
              <a:t>• Introduce loyalty programs to improve engagement of long‑tail customers.</a:t>
            </a:r>
          </a:p>
          <a:p>
            <a:r>
              <a:t>• Boost inventory for high-demand sub‑categories (Printers, Bookcases).</a:t>
            </a:r>
          </a:p>
          <a:p>
            <a:r>
              <a:t>• Reassess pricing and product visibility for low-performing categories.</a:t>
            </a:r>
          </a:p>
          <a:p>
            <a:r>
              <a:t>• Reduce COD dependency by offering cashback/discounts on online payments.</a:t>
            </a:r>
          </a:p>
          <a:p>
            <a:r>
              <a:t>• Investigate loss‑making months to optimize discounts and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Prepared by: Syeda Khuteja</a:t>
            </a:r>
          </a:p>
          <a:p>
            <a:r>
              <a:rPr dirty="0"/>
              <a:t>Role: Data Analyst</a:t>
            </a:r>
          </a:p>
          <a:p>
            <a:r>
              <a:rPr dirty="0"/>
              <a:t>Email: syedakhuteja77@gmail.com</a:t>
            </a:r>
          </a:p>
          <a:p>
            <a:endParaRPr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Looking forward to your feedback.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53</TotalTime>
  <Words>400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E‑Commerce Sales Dashboard Analysis</vt:lpstr>
      <vt:lpstr>Project Objective</vt:lpstr>
      <vt:lpstr>Dashboard Overview</vt:lpstr>
      <vt:lpstr>Key Performance Indicators</vt:lpstr>
      <vt:lpstr>Insights: State &amp; Customer Performance</vt:lpstr>
      <vt:lpstr>Insights: Category &amp; Sub‑Category</vt:lpstr>
      <vt:lpstr>Insights: Payment Mode</vt:lpstr>
      <vt:lpstr>Monthly Profit Trend</vt:lpstr>
      <vt:lpstr>Business Recommendations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E‑Commerce Sales Dashboard Analysis</dc:title>
  <dc:subject/>
  <dc:creator>Admin</dc:creator>
  <cp:keywords/>
  <dc:description>generated using python-pptx</dc:description>
  <cp:lastModifiedBy>Khuteja Syeda</cp:lastModifiedBy>
  <cp:revision>4</cp:revision>
  <dcterms:created xsi:type="dcterms:W3CDTF">2013-01-27T09:14:16Z</dcterms:created>
  <dcterms:modified xsi:type="dcterms:W3CDTF">2025-12-04T11:45:10Z</dcterms:modified>
  <cp:category/>
</cp:coreProperties>
</file>